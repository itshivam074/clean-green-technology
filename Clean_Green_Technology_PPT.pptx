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022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099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980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667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527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175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168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452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802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586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0100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7851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0787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4047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4691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3985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886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262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Clean &amp; Green Technology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Overview, Images &amp; Working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Clean &amp; Green Technology?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Technology that reduces pollution</a:t>
            </a:r>
          </a:p>
          <a:p>
            <a:r>
              <a:t>• Promotes sustainability and renewable energy</a:t>
            </a:r>
          </a:p>
          <a:p>
            <a:r>
              <a:t>• Protects the environment and ecosystems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Examples of Green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Solar Panels</a:t>
            </a:r>
          </a:p>
          <a:p>
            <a:r>
              <a:t>• Wind Turbines</a:t>
            </a:r>
          </a:p>
          <a:p>
            <a:r>
              <a:t>• Electric Vehicles</a:t>
            </a:r>
          </a:p>
          <a:p>
            <a:r>
              <a:t>• Smart Waste Management</a:t>
            </a:r>
          </a:p>
          <a:p>
            <a:r>
              <a:t>• IoT-based Energy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lean_ener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3657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AA83DB1-78BC-8889-DA88-3BAAB29FF8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97280"/>
            <a:ext cx="7315200" cy="48768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of Green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Uses natural renewable resources</a:t>
            </a:r>
          </a:p>
          <a:p>
            <a:r>
              <a:t>• Converts sunlight/wind/water into energy</a:t>
            </a:r>
          </a:p>
          <a:p>
            <a:r>
              <a:t>• Reduces carbon footprint</a:t>
            </a:r>
          </a:p>
          <a:p>
            <a:r>
              <a:t>• Uses sensors &amp; IoT for monitoring efficiency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een_tech_wor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3657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2D4B49F-735E-9307-E2A3-51CE4AE4A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274" y="1097279"/>
            <a:ext cx="7907451" cy="4212139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7</TotalTime>
  <Words>84</Words>
  <Application>Microsoft Office PowerPoint</Application>
  <PresentationFormat>On-screen Show (4:3)</PresentationFormat>
  <Paragraphs>17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Ion Boardroom</vt:lpstr>
      <vt:lpstr>Clean &amp; Green Technology</vt:lpstr>
      <vt:lpstr>What is Clean &amp; Green Technology?</vt:lpstr>
      <vt:lpstr>Examples of Green Technology</vt:lpstr>
      <vt:lpstr>PowerPoint Presentation</vt:lpstr>
      <vt:lpstr>Working of Green Technology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SUNNY KUMAR</cp:lastModifiedBy>
  <cp:revision>2</cp:revision>
  <dcterms:created xsi:type="dcterms:W3CDTF">2013-01-27T09:14:16Z</dcterms:created>
  <dcterms:modified xsi:type="dcterms:W3CDTF">2025-11-20T12:06:51Z</dcterms:modified>
  <cp:category/>
</cp:coreProperties>
</file>